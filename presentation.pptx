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5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86262" y="1149494"/>
            <a:ext cx="533386" cy="4061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172045" y="1213138"/>
            <a:ext cx="533386" cy="278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1605" y="1924049"/>
            <a:ext cx="8638959" cy="1714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 Système Simple de</a:t>
            </a:r>
            <a:r>
              <a:rPr sz="1104"/>
              <a:t>
</a:t>
            </a:r>
            <a:r>
              <a:rPr sz="430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Gestion des Étudiants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8" y="3943350"/>
            <a:ext cx="2438339" cy="38100"/>
          </a:xfrm>
          <a:prstGeom prst="rect">
            <a:avLst/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0875" y="4286250"/>
            <a:ext cx="420041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Un Projet C++ Accessible aux Débutants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4577" y="5353049"/>
            <a:ext cx="63720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Présenté par : Moulay El Hassene, Ezouhe Hamze et Mohammed Dah Said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746" y="6019800"/>
            <a:ext cx="39146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Tableaux • Structures • Gestion de Fichiers • Fonctions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133746" y="6058460"/>
            <a:ext cx="190495" cy="151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14337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Qu'est-ce que ce projet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71650"/>
            <a:ext cx="10972525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Un système de gestion des étudiants </a:t>
            </a:r>
            <a:r>
              <a:rPr sz="1794" b="0">
                <a:solidFill>
                  <a:srgbClr val="37DCF2"/>
                </a:solidFill>
                <a:latin typeface="Roboto Flex"/>
                <a:rFonts ascii="Roboto Flex" hAnsi="Roboto Flex" eastAsia="Roboto Flex" cs="Roboto Flex"/>
              </a:rPr>
              <a:t>accessible aux débutants</a:t>
            </a:r>
            <a:r>
              <a:rPr sz="1794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développé en C++ pour démontrer les concepts de programmation fondamentaux.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3305174"/>
            <a:ext cx="5333866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3569869"/>
            <a:ext cx="457188" cy="385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3961" y="3533774"/>
            <a:ext cx="30193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Approche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961" y="3876674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Mise en œuvre simple et facile à comprendre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3305174"/>
            <a:ext cx="5333866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8" y="3568365"/>
            <a:ext cx="457188" cy="3880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62620" y="3533774"/>
            <a:ext cx="41908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Concepts Fondamentaux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620" y="3876674"/>
            <a:ext cx="419089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Maîtrise des tableaux, structures, gestion de fichiers et fonctions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4867274"/>
            <a:ext cx="5333866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5150017"/>
            <a:ext cx="457188" cy="3489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3961" y="5095874"/>
            <a:ext cx="36956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Application Pratique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3961" y="5438774"/>
            <a:ext cx="36956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Opérations CRUD réelles sur les données des étudiants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243" y="4867274"/>
            <a:ext cx="5333866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5166560"/>
            <a:ext cx="457188" cy="3158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62620" y="5095874"/>
            <a:ext cx="26478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Rapide et Efficace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2620" y="5438774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Léger, compilation et exécution rapides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555293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Fonctionnalités Principales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847724"/>
            <a:ext cx="3457488" cy="2771775"/>
          </a:xfrm>
          <a:prstGeom prst="roundRect">
            <a:avLst>
              <a:gd name="adj" fmla="val 82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028774" y="1247012"/>
            <a:ext cx="60958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8199" y="2057400"/>
            <a:ext cx="26097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Ajouter un Étudiant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2476499"/>
            <a:ext cx="2847903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Créer de nouveaux enregistrements d'étudiants avec ID, Nom, Âge, Spécialité et GPA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1865" y="847724"/>
            <a:ext cx="3457488" cy="2771775"/>
          </a:xfrm>
          <a:prstGeom prst="roundRect">
            <a:avLst>
              <a:gd name="adj" fmla="val 82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1274445"/>
            <a:ext cx="609584" cy="36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76738" y="2057400"/>
            <a:ext cx="123821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Voir Tous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658" y="2476499"/>
            <a:ext cx="2847903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Afficher tous les étudiants actuellement stockés dans la base de 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4621" y="847724"/>
            <a:ext cx="3457488" cy="2771775"/>
          </a:xfrm>
          <a:prstGeom prst="roundRect">
            <a:avLst>
              <a:gd name="adj" fmla="val 824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53336" y="1231772"/>
            <a:ext cx="609584" cy="4511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72345" y="2057400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Rechercher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9414" y="2476499"/>
            <a:ext cx="2847903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Trouver des étudiants par nom rapidement et efficacement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3924299"/>
            <a:ext cx="3457488" cy="3076574"/>
          </a:xfrm>
          <a:prstGeom prst="roundRect">
            <a:avLst>
              <a:gd name="adj" fmla="val 743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028774" y="4302252"/>
            <a:ext cx="609584" cy="4632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0655" y="5133975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Modifier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" y="5553074"/>
            <a:ext cx="2847903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Mettre à jour les informations des étudiants existantes avec facilité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1865" y="3924299"/>
            <a:ext cx="3457488" cy="3076574"/>
          </a:xfrm>
          <a:prstGeom prst="roundRect">
            <a:avLst>
              <a:gd name="adj" fmla="val 743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91055" y="4302252"/>
            <a:ext cx="609584" cy="4632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76738" y="5133975"/>
            <a:ext cx="123821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Supprimer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6658" y="5553074"/>
            <a:ext cx="2847903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Supprimer des étudiants du système lorsqu'ils ne sont plus nécessaires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4621" y="3924299"/>
            <a:ext cx="3457488" cy="3076574"/>
          </a:xfrm>
          <a:prstGeom prst="roundRect">
            <a:avLst>
              <a:gd name="adj" fmla="val 743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53336" y="4302252"/>
            <a:ext cx="609584" cy="46329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29414" y="5133975"/>
            <a:ext cx="2847903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Sauvegarde Automatique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9414" y="5857875"/>
            <a:ext cx="2847903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Données automatiquement sauvegardées après chaque changement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720071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Concepts de Programmation Démontrés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6095847" cy="60483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9625"/>
            <a:ext cx="6095847" cy="6048375"/>
          </a:xfrm>
          <a:prstGeom prst="rect">
            <a:avLst/>
          </a:prstGeom>
          <a:solidFill>
            <a:srgbClr val="162235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05432" y="1781174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38779" y="1964777"/>
            <a:ext cx="342891" cy="242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611" y="1781174"/>
            <a:ext cx="40384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Tableaux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611" y="2162174"/>
            <a:ext cx="4038499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Stockage efficace de plusieurs enregistrements d'étudiants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432" y="3019424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38779" y="3182335"/>
            <a:ext cx="342891" cy="2837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611" y="3019424"/>
            <a:ext cx="40384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611" y="3400425"/>
            <a:ext cx="4038499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Définir des types de données personnalisés pour les étudiants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432" y="42671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38779" y="4427154"/>
            <a:ext cx="342891" cy="289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611" y="4267199"/>
            <a:ext cx="38384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Gestion de Fichiers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611" y="4648200"/>
            <a:ext cx="3838479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Stockage persistant des données avec students.txt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432" y="5229225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38779" y="5412827"/>
            <a:ext cx="342891" cy="2423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43611" y="5229225"/>
            <a:ext cx="362893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Fonctions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611" y="5610224"/>
            <a:ext cx="362893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Organisation modulaire et réutilisabilité du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66674"/>
            <a:ext cx="576248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Comment Compiler et Exécuter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04874"/>
            <a:ext cx="5295767" cy="3286125"/>
          </a:xfrm>
          <a:prstGeom prst="roundRect">
            <a:avLst>
              <a:gd name="adj" fmla="val 69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377" y="12096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1347421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159" y="120967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OPTION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159" y="1438274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Recommandé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77" y="1971675"/>
            <a:ext cx="4686182" cy="990599"/>
          </a:xfrm>
          <a:prstGeom prst="roundRect">
            <a:avLst>
              <a:gd name="adj" fmla="val 15384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68608" y="2417444"/>
            <a:ext cx="9905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446" y="2162174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Double-cliquez: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46" y="2466975"/>
            <a:ext cx="42766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compile.bat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77" y="3114675"/>
            <a:ext cx="468618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Compile automatiquement le code en un seul clic. Idéal pour une configuration rapide et facile.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342" y="904874"/>
            <a:ext cx="5295767" cy="3286125"/>
          </a:xfrm>
          <a:prstGeom prst="roundRect">
            <a:avLst>
              <a:gd name="adj" fmla="val 69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91135" y="12096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705432" y="1367936"/>
            <a:ext cx="304792" cy="2168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6918" y="1209674"/>
            <a:ext cx="27431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OPTION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6918" y="1438274"/>
            <a:ext cx="274313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Compilation Manuelle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91135" y="1971675"/>
            <a:ext cx="4686182" cy="1209674"/>
          </a:xfrm>
          <a:prstGeom prst="roundRect">
            <a:avLst>
              <a:gd name="adj" fmla="val 12598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6035828" y="2526982"/>
            <a:ext cx="120967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0204" y="2162174"/>
            <a:ext cx="42766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Terminal: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204" y="2428875"/>
            <a:ext cx="4276618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g++ -o StudentManagement.exe</a:t>
            </a:r>
            <a:r>
              <a:rPr sz="1104"/>
              <a:t>
</a:t>
            </a: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main.cpp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1135" y="3333749"/>
            <a:ext cx="468618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Utilisez l'invite de commande ou PowerShell dans le répertoire du projet.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572000"/>
            <a:ext cx="10972525" cy="1904999"/>
          </a:xfrm>
          <a:prstGeom prst="roundRect">
            <a:avLst>
              <a:gd name="adj" fmla="val 1200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3426" y="52197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47723" y="5363765"/>
            <a:ext cx="380990" cy="3214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71605" y="4895849"/>
            <a:ext cx="58577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EXÉCUTER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71605" y="5200650"/>
            <a:ext cx="320984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516335" y="5455920"/>
            <a:ext cx="6096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52576" y="5353049"/>
            <a:ext cx="287647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StudentManagement.exe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1605" y="5886450"/>
            <a:ext cx="58577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Ou simplement double-cliquez sur le fichier .exe dans l'Explorateur de fichiers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90515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Structure du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90700"/>
            <a:ext cx="5333866" cy="1895474"/>
          </a:xfrm>
          <a:prstGeom prst="roundRect">
            <a:avLst>
              <a:gd name="adj" fmla="val 1206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377" y="20954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2280138"/>
            <a:ext cx="304792" cy="164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159" y="2209800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main.cpp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2819399"/>
            <a:ext cx="472428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Le code source complet de l'application contenant toutes les fonctions et logiques.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1790700"/>
            <a:ext cx="5333866" cy="1895474"/>
          </a:xfrm>
          <a:prstGeom prst="roundRect">
            <a:avLst>
              <a:gd name="adj" fmla="val 1206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3036" y="20954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3" y="223324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8819" y="2209800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students.txt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36" y="2819399"/>
            <a:ext cx="472428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Fichier de données où les enregistrements des étudiants sont stockés. Créé automatiquement lors de la première exécution.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981449"/>
            <a:ext cx="5333866" cy="1895474"/>
          </a:xfrm>
          <a:prstGeom prst="roundRect">
            <a:avLst>
              <a:gd name="adj" fmla="val 1206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377" y="4286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4423996"/>
            <a:ext cx="304792" cy="257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00159" y="4400550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compile.bat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7" y="5010149"/>
            <a:ext cx="472428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Script pour simplifier la compilation. Double-cliquez pour construire l'exécutable.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243" y="3981449"/>
            <a:ext cx="5333866" cy="1895474"/>
          </a:xfrm>
          <a:prstGeom prst="roundRect">
            <a:avLst>
              <a:gd name="adj" fmla="val 1206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3036" y="4286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3" y="4435719"/>
            <a:ext cx="304792" cy="23446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38819" y="4400550"/>
            <a:ext cx="20573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PRESENTATION.md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36" y="5010149"/>
            <a:ext cx="472428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Documentation et présentation décrivant les fonctionnalités et structure du projet.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35291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Ajouter un Nouvel Étudiant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52549"/>
            <a:ext cx="6353016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43591" y="1752599"/>
            <a:ext cx="4238519" cy="1304925"/>
          </a:xfrm>
          <a:prstGeom prst="roundRect">
            <a:avLst>
              <a:gd name="adj" fmla="val 17518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757169" y="2339021"/>
            <a:ext cx="1304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0284" y="1981199"/>
            <a:ext cx="374323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Formulaire Interactif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0284" y="2438400"/>
            <a:ext cx="374323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Processus d'entrée guidé avec des invites claires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3591" y="32670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38839" y="3400010"/>
            <a:ext cx="266693" cy="191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3176" y="3248024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ID Généré Automatiquement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3176" y="3514725"/>
            <a:ext cx="25716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ID unique attribué automatiquement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3591" y="39147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38839" y="4047710"/>
            <a:ext cx="266693" cy="19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53176" y="3895724"/>
            <a:ext cx="27812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Informations sur l'Étudiant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176" y="4162424"/>
            <a:ext cx="27812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Nom, Âge, Spécialité, GPA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3591" y="45624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38839" y="4672219"/>
            <a:ext cx="266693" cy="2377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3176" y="4543425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Confirmation de Succès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3176" y="4810124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Rétroaction instantanée à la fin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3591" y="532447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38839" y="5448714"/>
            <a:ext cx="266693" cy="2087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3176" y="5191125"/>
            <a:ext cx="36289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Sauvegarde Automatique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3176" y="5457825"/>
            <a:ext cx="362893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Données sauvegardées immédiatement dans students.txt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73380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Voir Tous les Étudiants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52549"/>
            <a:ext cx="6353016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43591" y="1724024"/>
            <a:ext cx="4238519" cy="1590675"/>
          </a:xfrm>
          <a:prstGeom prst="roundRect">
            <a:avLst>
              <a:gd name="adj" fmla="val 1437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614294" y="2453321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0284" y="1952624"/>
            <a:ext cx="374323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Affichage Tabulaire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0284" y="2409825"/>
            <a:ext cx="374323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Vue claire et organisée de tous les enregistrements d'étudiants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3591" y="35242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38839" y="364848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3176" y="350519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Colonnes Multiples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3176" y="37719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ID, Nom, Âge, Spécialité, GPA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3591" y="41719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38839" y="4328077"/>
            <a:ext cx="266693" cy="1449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53176" y="4152899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Ordre Trié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176" y="4419600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Étudiants listés par séquence d'ID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3591" y="48196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38839" y="4943889"/>
            <a:ext cx="266693" cy="2087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3176" y="4800600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Aperçu Rapide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3176" y="5067299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Résumé des étudiants en un coup d'œil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3591" y="54673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38839" y="5600285"/>
            <a:ext cx="266693" cy="1913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3176" y="5448300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Appuyez sur Entrée pour Continuer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3176" y="5715000"/>
            <a:ext cx="33908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Contrôle de navigation simple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801984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Modifier les Informations de l'Étudiant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52549"/>
            <a:ext cx="6353016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43591" y="1562100"/>
            <a:ext cx="4238519" cy="1590675"/>
          </a:xfrm>
          <a:prstGeom prst="roundRect">
            <a:avLst>
              <a:gd name="adj" fmla="val 1437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614294" y="2291397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0284" y="1790700"/>
            <a:ext cx="374323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Avant et Après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0284" y="2247899"/>
            <a:ext cx="374323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Comparaison claire des données actuelles et nouvelles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3591" y="33528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38839" y="347703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3176" y="3333749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Sélectionner par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3176" y="3600450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Cibler un étudiant spécifique à modifier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3591" y="4133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38839" y="4249392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53176" y="3981449"/>
            <a:ext cx="3628934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Affichage des Informations Actuelles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3176" y="4514850"/>
            <a:ext cx="36289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Voir les données existantes avant modifications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3591" y="49149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38839" y="5055083"/>
            <a:ext cx="266693" cy="176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3176" y="4895849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Saisie des Nouvelles Informations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3176" y="5162550"/>
            <a:ext cx="33908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Entrer les valeurs mises à jour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3591" y="5543550"/>
            <a:ext cx="4238519" cy="561974"/>
          </a:xfrm>
          <a:prstGeom prst="roundRect">
            <a:avLst>
              <a:gd name="adj" fmla="val 27118"/>
            </a:avLst>
          </a:prstGeom>
          <a:solidFill>
            <a:srgbClr val="37DCF2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5512" y="5705475"/>
            <a:ext cx="391467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956" b="0">
                <a:solidFill>
                  <a:srgbClr val="37DCF2"/>
                </a:solidFill>
                <a:latin typeface="Roboto Flex"/>
                <a:rFonts ascii="Roboto Flex" hAnsi="Roboto Flex" eastAsia="Roboto Flex" cs="Roboto Flex"/>
              </a:rPr>
              <a:t>Exemple:</a:t>
            </a: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Nom changé de </a:t>
            </a:r>
            <a:r>
              <a:rPr sz="95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S1</a:t>
            </a: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à </a:t>
            </a:r>
            <a:r>
              <a:rPr sz="95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S2 (modifié)</a:t>
            </a: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720071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Conclusion et Améliorations Futures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90625"/>
            <a:ext cx="5181470" cy="5286375"/>
          </a:xfrm>
          <a:prstGeom prst="roundRect">
            <a:avLst>
              <a:gd name="adj" fmla="val 441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26" y="2257425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66773" y="2417379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5407" y="2390774"/>
            <a:ext cx="37718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Réalisations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26" y="3095625"/>
            <a:ext cx="4533786" cy="31432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Implémentation C++ accessible aux débutants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3139916"/>
            <a:ext cx="228594" cy="140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3562349"/>
            <a:ext cx="4533786" cy="619124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Démonstration des concepts de programmation fondamentaux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3606641"/>
            <a:ext cx="228594" cy="1400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26" y="4324349"/>
            <a:ext cx="4533786" cy="31432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Opérations CRUD entièrement fonctionnelles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4368641"/>
            <a:ext cx="228594" cy="1400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3426" y="4791075"/>
            <a:ext cx="4533786" cy="619124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Stockage persistant des données avec sauvegarde automatique</a:t>
            </a:r>
            <a:r>
              <a:rPr sz="956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4835366"/>
            <a:ext cx="228594" cy="14001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639" y="1190625"/>
            <a:ext cx="5181470" cy="5286375"/>
          </a:xfrm>
          <a:prstGeom prst="roundRect">
            <a:avLst>
              <a:gd name="adj" fmla="val 441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05432" y="219074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38779" y="2403912"/>
            <a:ext cx="342891" cy="1832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67413" y="2324100"/>
            <a:ext cx="36003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Améliorations Futures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5432" y="30479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00679" y="3204127"/>
            <a:ext cx="266693" cy="1449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017" y="3028950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Fonctionnalités 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017" y="3295650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Classes, héritage, polymorphisme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5432" y="369569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00679" y="3811242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017" y="3676649"/>
            <a:ext cx="26574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Interface Graphique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017" y="3943350"/>
            <a:ext cx="26574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Interface utilisateur graphique moderne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05432" y="43434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00679" y="4476335"/>
            <a:ext cx="266693" cy="1913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15017" y="4324349"/>
            <a:ext cx="30860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Intégration de Base de 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017" y="4591050"/>
            <a:ext cx="30860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Support de base de données SQL ou NoSQL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05432" y="49911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800679" y="5118238"/>
            <a:ext cx="266693" cy="2029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15017" y="497205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Recherche Avancée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017" y="523874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Filtrage et tri multi-champs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